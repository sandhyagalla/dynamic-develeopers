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66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9374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53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502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418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090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450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2893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549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899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24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9419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3732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52984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851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8147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61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1DAA3-2A8B-4358-A97B-0595D327E8DF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7222ACE-1420-4B83-B459-E1F481B4A6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466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A60FD-9B27-7F6D-95E5-0C0005171D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20173" y="289947"/>
            <a:ext cx="8915399" cy="1511661"/>
          </a:xfrm>
        </p:spPr>
        <p:txBody>
          <a:bodyPr/>
          <a:lstStyle/>
          <a:p>
            <a:r>
              <a:rPr lang="en-US" u="sng" dirty="0"/>
              <a:t>HEALTH CARE</a:t>
            </a:r>
            <a:endParaRPr lang="en-IN" u="sn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67DBA-526F-0C1A-8D38-14EF1CD4D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6560" y="2885441"/>
            <a:ext cx="9564053" cy="270256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n-US" b="1" dirty="0"/>
              <a:t>PROJECT NAME :</a:t>
            </a:r>
            <a:r>
              <a:rPr lang="en-US" dirty="0"/>
              <a:t> PATIENT GUIDE</a:t>
            </a:r>
          </a:p>
          <a:p>
            <a:r>
              <a:rPr lang="en-US" b="1" dirty="0"/>
              <a:t>TEAM MEMBERS :</a:t>
            </a:r>
            <a:r>
              <a:rPr lang="en-US" dirty="0"/>
              <a:t> SANDHYA</a:t>
            </a:r>
          </a:p>
          <a:p>
            <a:r>
              <a:rPr lang="en-IN" dirty="0"/>
              <a:t>                              PALLAVI</a:t>
            </a:r>
          </a:p>
          <a:p>
            <a:r>
              <a:rPr lang="en-IN" dirty="0"/>
              <a:t>                              SIVANI</a:t>
            </a:r>
          </a:p>
          <a:p>
            <a:r>
              <a:rPr lang="en-IN" dirty="0"/>
              <a:t>                             AMRUTHA VARSHINI</a:t>
            </a:r>
          </a:p>
          <a:p>
            <a:r>
              <a:rPr lang="en-IN" dirty="0"/>
              <a:t>                              PRAVALLIKA</a:t>
            </a:r>
          </a:p>
          <a:p>
            <a:r>
              <a:rPr lang="en-IN" b="1" dirty="0"/>
              <a:t>HACKATHON NAME : </a:t>
            </a:r>
            <a:r>
              <a:rPr lang="en-IN" dirty="0"/>
              <a:t>DYNAMIC DEVELOPERS</a:t>
            </a:r>
          </a:p>
        </p:txBody>
      </p:sp>
    </p:spTree>
    <p:extLst>
      <p:ext uri="{BB962C8B-B14F-4D97-AF65-F5344CB8AC3E}">
        <p14:creationId xmlns:p14="http://schemas.microsoft.com/office/powerpoint/2010/main" val="618559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5DEC1-9A3E-3EAD-DCA4-1DF50264F206}"/>
              </a:ext>
            </a:extLst>
          </p:cNvPr>
          <p:cNvSpPr txBox="1"/>
          <p:nvPr/>
        </p:nvSpPr>
        <p:spPr>
          <a:xfrm>
            <a:off x="1915160" y="2326640"/>
            <a:ext cx="836168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✅ Real-World Problem &amp; Why It Matters</a:t>
            </a:r>
          </a:p>
          <a:p>
            <a:endParaRPr lang="en-US" sz="3200" b="1" dirty="0"/>
          </a:p>
          <a:p>
            <a:r>
              <a:rPr lang="en-US" b="1" dirty="0"/>
              <a:t>Most patients can’t understand their own medical reports</a:t>
            </a:r>
            <a:r>
              <a:rPr lang="en-US" dirty="0"/>
              <a:t> — they’re filled with jargon, unexplained numbers, and technical terms meant for doctors, not people.</a:t>
            </a:r>
          </a:p>
          <a:p>
            <a:r>
              <a:rPr lang="en-US" b="1" dirty="0"/>
              <a:t>This confusion causes anxiety, missed follow-ups, and poor health decisions</a:t>
            </a:r>
            <a:r>
              <a:rPr lang="en-US" dirty="0"/>
              <a:t>, especially for those with low literacy, language barriers, or no medical background.</a:t>
            </a:r>
          </a:p>
        </p:txBody>
      </p:sp>
    </p:spTree>
    <p:extLst>
      <p:ext uri="{BB962C8B-B14F-4D97-AF65-F5344CB8AC3E}">
        <p14:creationId xmlns:p14="http://schemas.microsoft.com/office/powerpoint/2010/main" val="2632477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06D8C3-38D5-DC44-4571-7D27EB024688}"/>
              </a:ext>
            </a:extLst>
          </p:cNvPr>
          <p:cNvSpPr txBox="1"/>
          <p:nvPr/>
        </p:nvSpPr>
        <p:spPr>
          <a:xfrm>
            <a:off x="1767840" y="2235200"/>
            <a:ext cx="885952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✅</a:t>
            </a:r>
            <a:r>
              <a:rPr lang="en-US" b="1" dirty="0"/>
              <a:t> </a:t>
            </a:r>
            <a:r>
              <a:rPr lang="en-US" sz="3200" b="1" dirty="0"/>
              <a:t>Our Solution</a:t>
            </a:r>
          </a:p>
          <a:p>
            <a:pPr>
              <a:buNone/>
            </a:pPr>
            <a:endParaRPr lang="en-US" sz="3200" b="1" dirty="0"/>
          </a:p>
          <a:p>
            <a:pPr>
              <a:buFont typeface="+mj-lt"/>
              <a:buAutoNum type="arabicPeriod"/>
            </a:pPr>
            <a:r>
              <a:rPr lang="en-US" b="1" dirty="0"/>
              <a:t>We built an AI-powered tool that simplifies medical reports into easy-to-understand, visual, and multilingual explanations for patients.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It not only translates complex terms but also explains lab result ranges, why a value is high or low, and what actions a patient might consider — with support for voice, visuals, and cultural context.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51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6C3356-91FB-EEA5-BE64-AB617FD8730C}"/>
              </a:ext>
            </a:extLst>
          </p:cNvPr>
          <p:cNvSpPr txBox="1"/>
          <p:nvPr/>
        </p:nvSpPr>
        <p:spPr>
          <a:xfrm>
            <a:off x="1960880" y="1864420"/>
            <a:ext cx="956056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Architecture &amp; Tech</a:t>
            </a:r>
          </a:p>
          <a:p>
            <a:pPr>
              <a:buNone/>
            </a:pPr>
            <a:endParaRPr lang="en-US" sz="3200" b="1" dirty="0"/>
          </a:p>
          <a:p>
            <a:pPr>
              <a:buFont typeface="+mj-lt"/>
              <a:buAutoNum type="arabicPeriod"/>
            </a:pPr>
            <a:r>
              <a:rPr lang="en-US" b="1" dirty="0"/>
              <a:t>Our system takes raw medical reports as input, processes them through an AI pipeline for medical NLP, simplifies the content, and delivers it via a user-friendly frontend with visuals, voice support, and multilingual output.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We use AI models for medical language understanding and translation, text-to-speech for audio explanations, and a secure backend to manage patient data, all integrated with healthcare APIs like HL7/FHIR for real-time report import.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018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CBD01A-BEA6-716C-B71F-AC87D1F034A9}"/>
              </a:ext>
            </a:extLst>
          </p:cNvPr>
          <p:cNvSpPr txBox="1"/>
          <p:nvPr/>
        </p:nvSpPr>
        <p:spPr>
          <a:xfrm>
            <a:off x="1849120" y="1828095"/>
            <a:ext cx="849376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💻 Demo &amp; User Flow</a:t>
            </a:r>
          </a:p>
          <a:p>
            <a:pPr>
              <a:buNone/>
            </a:pPr>
            <a:endParaRPr lang="en-US" sz="3200" b="1" dirty="0"/>
          </a:p>
          <a:p>
            <a:pPr>
              <a:buFont typeface="+mj-lt"/>
              <a:buAutoNum type="arabicPeriod"/>
            </a:pPr>
            <a:r>
              <a:rPr lang="en-US" b="1" dirty="0"/>
              <a:t>Our app allows users to upload a medical report or connect directly with a lab system — the AI then instantly simplifies the results into plain language with visuals and voice support.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The current version supports multilingual output, visual graphs for lab ranges, and lets patients share questions or results with caregivers — and all of this works smoothly in our live prototype.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20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43F50-8E35-9020-5F1B-A13D27D793B0}"/>
              </a:ext>
            </a:extLst>
          </p:cNvPr>
          <p:cNvSpPr txBox="1"/>
          <p:nvPr/>
        </p:nvSpPr>
        <p:spPr>
          <a:xfrm>
            <a:off x="2103120" y="1920895"/>
            <a:ext cx="754888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🌍Impact &amp; Use Cases</a:t>
            </a:r>
          </a:p>
          <a:p>
            <a:pPr>
              <a:buNone/>
            </a:pPr>
            <a:endParaRPr lang="en-US" sz="3200" b="1" dirty="0"/>
          </a:p>
          <a:p>
            <a:pPr>
              <a:buFont typeface="+mj-lt"/>
              <a:buAutoNum type="arabicPeriod"/>
            </a:pPr>
            <a:r>
              <a:rPr lang="en-US" b="1" dirty="0"/>
              <a:t>Our primary users are patients — especially those with low health literacy, language barriers, or anxiety about medical terms — along with caregivers who support them.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They use the tool to clearly understand lab results through simple language, visuals, and voice — making it easier to follow up, ask the right questions, and take informed action.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965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778C78-5E60-9DE7-0DAF-141F487F153A}"/>
              </a:ext>
            </a:extLst>
          </p:cNvPr>
          <p:cNvSpPr txBox="1"/>
          <p:nvPr/>
        </p:nvSpPr>
        <p:spPr>
          <a:xfrm>
            <a:off x="1717040" y="1788160"/>
            <a:ext cx="95707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🚀 What’s Next (Future Scope)</a:t>
            </a:r>
          </a:p>
          <a:p>
            <a:pPr>
              <a:buNone/>
            </a:pPr>
            <a:endParaRPr lang="en-US" sz="3200" b="1" dirty="0"/>
          </a:p>
          <a:p>
            <a:pPr>
              <a:buFont typeface="+mj-lt"/>
              <a:buAutoNum type="arabicPeriod"/>
            </a:pPr>
            <a:r>
              <a:rPr lang="en-US" b="1" dirty="0"/>
              <a:t>With more time, we’d add deeper integration with hospital systems for real-time report updates, personalized health coaching, and expanded video explanations tailored to cultural contexts.</a:t>
            </a:r>
          </a:p>
          <a:p>
            <a:pPr>
              <a:buFont typeface="+mj-lt"/>
              <a:buAutoNum type="arabicPeriod"/>
            </a:pPr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To scale, we plan to enhance security and compliance, optimize AI models for faster processing, and build robust APIs for seamless integration into existing healthcare workflows.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79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C4DAB6-2C3D-6CD5-BB70-6820F1DE3ADE}"/>
              </a:ext>
            </a:extLst>
          </p:cNvPr>
          <p:cNvSpPr txBox="1"/>
          <p:nvPr/>
        </p:nvSpPr>
        <p:spPr>
          <a:xfrm>
            <a:off x="3362960" y="2467095"/>
            <a:ext cx="6746240" cy="1190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/>
              <a:t>T</a:t>
            </a:r>
            <a:r>
              <a:rPr lang="en-IN" sz="7200" b="1" dirty="0"/>
              <a:t>HANK YOU</a:t>
            </a:r>
          </a:p>
        </p:txBody>
      </p:sp>
    </p:spTree>
    <p:extLst>
      <p:ext uri="{BB962C8B-B14F-4D97-AF65-F5344CB8AC3E}">
        <p14:creationId xmlns:p14="http://schemas.microsoft.com/office/powerpoint/2010/main" val="287403135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</TotalTime>
  <Words>442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Wisp</vt:lpstr>
      <vt:lpstr>HEALTH CARE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peddinti amruthavarshini</dc:creator>
  <cp:lastModifiedBy>peddinti amruthavarshini</cp:lastModifiedBy>
  <cp:revision>1</cp:revision>
  <dcterms:created xsi:type="dcterms:W3CDTF">2025-10-19T04:31:16Z</dcterms:created>
  <dcterms:modified xsi:type="dcterms:W3CDTF">2025-10-19T05:12:03Z</dcterms:modified>
</cp:coreProperties>
</file>